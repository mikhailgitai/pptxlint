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/>
</p:presentation>
</file>

<file path=ppt/presProps.xml><?xml version="1.0" encoding="utf-8"?>
<p:presentationPr xmlns:p="http://schemas.openxmlformats.org/presentationml/2006/main"/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/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inimal Master"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Body text below minimum"/>
          <p:cNvSpPr/>
          <p:nvPr/>
        </p:nvSpPr>
        <p:spPr>
          <a:xfrm>
            <a:off x="700000" y="600000"/>
            <a:ext cx="4000000" cy="900000"/>
          </a:xfrm>
          <a:prstGeom prst="rect">
            <a:avLst/>
          </a:prstGeom>
        </p:spPr>
        <p:txBody>
          <a:bodyPr/>
          <a:lstStyle/>
          <a:p>
            <a:r>
              <a:rPr sz="900"/>
              <a:t>This body text is only 9pt.</a:t>
            </a:r>
          </a:p>
        </p:txBody>
      </p:sp>
      <p:sp>
        <p:nvSpPr>
          <p:cNvPr id="3" name="Over-compressed autofit"/>
          <p:cNvSpPr/>
          <p:nvPr/>
        </p:nvSpPr>
        <p:spPr>
          <a:xfrm>
            <a:off x="700000" y="2000000"/>
            <a:ext cx="4000000" cy="900000"/>
          </a:xfrm>
          <a:prstGeom prst="rect">
            <a:avLst/>
          </a:prstGeom>
        </p:spPr>
        <p:txBody>
          <a:bodyPr>
            <a:normAutofit fontScale="40000"/>
          </a:bodyPr>
          <a:lstStyle/>
          <a:p>
            <a:r>
              <a:rPr sz="2400"/>
              <a:t>Stored autofit scales this 24pt text to 9.6pt.</a:t>
            </a:r>
          </a:p>
        </p:txBody>
      </p:sp>
      <p:sp>
        <p:nvSpPr>
          <p:cNvPr id="4" name="Shape outside slide"/>
          <p:cNvSpPr/>
          <p:nvPr/>
        </p:nvSpPr>
        <p:spPr>
          <a:xfrm>
            <a:off x="11700000" y="4500000"/>
            <a:ext cx="1500000" cy="900000"/>
          </a:xfrm>
          <a:prstGeom prst="rect">
            <a:avLst/>
          </a:prstGeom>
        </p:spPr>
        <p:txBody>
          <a:bodyPr/>
          <a:lstStyle/>
          <a:p>
            <a:r>
              <a:rPr sz="1800"/>
              <a:t>Partly outside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lint Minimal">
  <a:themeElements>
    <a:clrScheme name="pptxlint Minimal">
      <a:dk1>
        <a:sysClr val="windowText" lastClr="000000"/>
      </a:dk1>
      <a:lt1>
        <a:sysClr val="window" lastClr="FFFFFF"/>
      </a:lt1>
      <a:dk2>
        <a:srgbClr val="1F2937"/>
      </a:dk2>
      <a:lt2>
        <a:srgbClr val="F3F4F6"/>
      </a:lt2>
      <a:accent1>
        <a:srgbClr val="2563EB"/>
      </a:accent1>
      <a:accent2>
        <a:srgbClr val="DC2626"/>
      </a:accent2>
      <a:accent3>
        <a:srgbClr val="16A34A"/>
      </a:accent3>
      <a:accent4>
        <a:srgbClr val="9333EA"/>
      </a:accent4>
      <a:accent5>
        <a:srgbClr val="0891B2"/>
      </a:accent5>
      <a:accent6>
        <a:srgbClr val="D97706"/>
      </a:accent6>
      <a:hlink>
        <a:srgbClr val="0000FF"/>
      </a:hlink>
      <a:folHlink>
        <a:srgbClr val="800080"/>
      </a:folHlink>
    </a:clrScheme>
    <a:fontScheme name="pptxlint Minim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ptxlint 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